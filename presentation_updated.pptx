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5"/>
    <p:restoredTop sz="94725"/>
  </p:normalViewPr>
  <p:slideViewPr>
    <p:cSldViewPr snapToGrid="0" snapToObjects="1">
      <p:cViewPr>
        <p:scale>
          <a:sx n="116" d="100"/>
          <a:sy n="116" d="100"/>
        </p:scale>
        <p:origin x="60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The importance of cybersecurity </a:t>
            </a:r>
          </a:p>
          <a:p>
            <a:pPr>
              <a:buFontTx/>
              <a:buChar char="-"/>
            </a:pPr>
            <a:r>
              <a:rPr lang="en-US" dirty="0"/>
              <a:t>Family </a:t>
            </a:r>
          </a:p>
          <a:p>
            <a:pPr>
              <a:buFontTx/>
              <a:buChar char="-"/>
            </a:pPr>
            <a:r>
              <a:rPr lang="en-US" dirty="0"/>
              <a:t>Friends </a:t>
            </a:r>
          </a:p>
          <a:p>
            <a:pPr>
              <a:buFontTx/>
              <a:buChar char="-"/>
            </a:pPr>
            <a:r>
              <a:rPr lang="en-US" dirty="0"/>
              <a:t>Staying connected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24120" cy="516415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Cybersecurity is the practice of protecting computers, networks, and data.</a:t>
            </a:r>
          </a:p>
          <a:p>
            <a:r>
              <a:rPr lang="en-US" dirty="0"/>
              <a:t>It keeps information safe from attacks, damage, or unauthorized access.</a:t>
            </a:r>
          </a:p>
          <a:p>
            <a:r>
              <a:rPr lang="en-US" dirty="0"/>
              <a:t>Similar to locking your doors, cybersecurity protects your digital life.</a:t>
            </a:r>
          </a:p>
          <a:p>
            <a:r>
              <a:rPr lang="en-US" dirty="0"/>
              <a:t>Helps prevent identity theft, hacking, and data loss.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FC6D7-58AA-A5CC-2850-7E3744E6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793" y="2362199"/>
            <a:ext cx="2721165" cy="23199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Cybersecurity Matters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D0C5C0-B88E-22D6-551E-4DE60DC99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88213"/>
            <a:ext cx="368514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rely on technology for school, work, banking, and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Cyberattacks can steal personal information or money.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Hackers target companies, hospitals, and everyday people.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cybersecurity keeps our data safe and systems working.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EF00E-EF15-4A2C-FD38-EF79DA3A8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894" y="2288213"/>
            <a:ext cx="2693165" cy="2787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Cyber Attacks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60C3EC-8D25-31BC-5ED6-378BEEB88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56238"/>
            <a:ext cx="36851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Denial-of-service (DoS)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attack targets different weaknesses in systems or people.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731C55-B382-0520-4A47-4A221EB6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2093205"/>
            <a:ext cx="2754217" cy="2787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&amp; Ransomware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0328"/>
            <a:ext cx="3002096" cy="460583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Malware is harmful software that damages or steals data.</a:t>
            </a:r>
          </a:p>
          <a:p>
            <a:r>
              <a:rPr lang="en-US" dirty="0"/>
              <a:t>Includes viruses, worms, spyware, and ransomware.</a:t>
            </a:r>
          </a:p>
          <a:p>
            <a:r>
              <a:rPr lang="en-US" dirty="0"/>
              <a:t>Ransomware locks your files and demands payment.</a:t>
            </a:r>
          </a:p>
          <a:p>
            <a:r>
              <a:rPr lang="en-US" dirty="0"/>
              <a:t>Many businesses, hospitals, and cities have been victims.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2B43E-BC2A-F818-5B6C-FBEDA6749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105" y="1972019"/>
            <a:ext cx="1943251" cy="31398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&amp; 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2958029" cy="45472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Phishing uses fake emails or messages to steal information.</a:t>
            </a:r>
          </a:p>
          <a:p>
            <a:r>
              <a:rPr lang="en-US" dirty="0"/>
              <a:t>Messages often look real (banks, schools, companies).</a:t>
            </a:r>
          </a:p>
          <a:p>
            <a:r>
              <a:rPr lang="en-US" dirty="0"/>
              <a:t>Social engineering tricks people instead of computers.</a:t>
            </a:r>
          </a:p>
          <a:p>
            <a:r>
              <a:rPr lang="en-US" dirty="0"/>
              <a:t>Hackers pretend to be someone trusted to get passwords.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20BFB-8282-9E42-F9A4-9EAD26AF5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111" y="2203373"/>
            <a:ext cx="3054657" cy="2787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Protection Methods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55FB78F-9CDF-DC36-04D4-251E32FA1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97594"/>
            <a:ext cx="35639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firewalls and antivirus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strong, unique passwords.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clicking suspicious links or emails.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software and devices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habits make a big difference in safety.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917FC5-6A4C-0CC9-49D1-BBC9FF960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75" y="2223247"/>
            <a:ext cx="4852930" cy="2582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&amp; Authentication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CA1780-3B20-993A-34E1-7AC907839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436941"/>
            <a:ext cx="34537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 turns data into unreadable code for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someone with the correct key can access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adds extra security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 passwords, verification codes, and 2-step login.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78E1F-62DD-A22D-C1C9-88E61D063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073" y="2252306"/>
            <a:ext cx="4202476" cy="23533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Firewalls &amp; Network Security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B30D88-FED5-9C60-67F0-5E41FDE7E1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817811"/>
            <a:ext cx="36410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Firewalls act like security guards for your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block harmful traffic and allow safe connections.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VPNs protect your online activity with encrypted tunnels.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IDS/IPS systems detect and stop suspicious behavior.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C1617-F81F-D76E-C3E5-32CCFF56A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383" y="2390660"/>
            <a:ext cx="2208423" cy="24016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Careers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ACD348-BBDE-9245-42FB-0622A3D9FA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570520"/>
            <a:ext cx="41148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of the fastest-growing job fields today.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 include security analyst, penetration tester, and forensic analyst.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Careers focus on protecting systems and responding to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jobs offer strong pay and high job security.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54B0E-379A-830C-E0AE-F8C4F5584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164" y="2126255"/>
            <a:ext cx="1828800" cy="2908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Certifications &amp; Skills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F93C72B-F35F-120C-CC1A-105E0CDD9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479239"/>
            <a:ext cx="361904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Helpful certifications: Security+, CEH, CISSP.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knowledge in networks and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skills: problem-solving, communication, and attention to detail.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Certifications help beginners enter the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13C44B-3911-D6B0-3671-919E51030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protects our information and digital lives.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threats helps us stay safe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habits and strong security tools prevent most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is an important field with many career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451</Words>
  <Application>Microsoft Macintosh PowerPoint</Application>
  <PresentationFormat>On-screen Show (4:3)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Cybersecurity Presentation</vt:lpstr>
      <vt:lpstr>What Is Cybersecurity?</vt:lpstr>
      <vt:lpstr>Why Cybersecurity Matters</vt:lpstr>
      <vt:lpstr>Types of Cyber Attacks</vt:lpstr>
      <vt:lpstr>Malware &amp; Ransomware</vt:lpstr>
      <vt:lpstr>Phishing &amp; Social Engineering</vt:lpstr>
      <vt:lpstr>Protection Methods</vt:lpstr>
      <vt:lpstr>Encryption &amp; Authentication</vt:lpstr>
      <vt:lpstr>Firewalls &amp; Network Security</vt:lpstr>
      <vt:lpstr>Cybersecurity Careers</vt:lpstr>
      <vt:lpstr>Certifications &amp; Skills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Tunon</cp:lastModifiedBy>
  <cp:revision>2</cp:revision>
  <dcterms:created xsi:type="dcterms:W3CDTF">2013-01-27T09:14:16Z</dcterms:created>
  <dcterms:modified xsi:type="dcterms:W3CDTF">2025-11-24T08:09:37Z</dcterms:modified>
  <cp:category/>
</cp:coreProperties>
</file>